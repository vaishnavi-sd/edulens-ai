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</a:rPr>
              <a:t>EduLens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73E8"/>
                </a:solidFill>
              </a:rPr>
              <a:t>Intelligent Student Dropout Prevention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17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1A73E8"/>
                </a:solidFill>
              </a:rPr>
              <a:t>for Google Classroom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</a:rPr>
              <a:t>Built by Vaishnavi Singasani  |  AI Engineer &amp; Data Analyst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</a:rPr>
              <a:t>Published CNN Researcher  |  10M-User App Developer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Google Classroom has 170M+ users.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It knows who logged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B4437"/>
                </a:solidFill>
              </a:rPr>
              <a:t>It does NOT know who is about to quit.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BBBB"/>
                </a:solidFill>
              </a:rPr>
              <a:t>1 in 5 online students drops out before completing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33756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BBBB"/>
                </a:solidFill>
              </a:rPr>
              <a:t>Teachers cannot monitor 40+ students individually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BBBB"/>
                </a:solidFill>
              </a:rPr>
              <a:t>By the time dropout is noticed — it is too 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754880"/>
            <a:ext cx="11247120" cy="73152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1">
                <a:solidFill>
                  <a:srgbClr val="1A73E8"/>
                </a:solidFill>
              </a:rPr>
              <a:t>Google Classroom is missing an intelligence layer.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F9D58"/>
                </a:solidFill>
              </a:rPr>
              <a:t>EduLens AI — Real-Time Student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288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Cognitive State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2128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CNN model detects if student is engaged, confused, bored or frustrated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4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Dropout Prediction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844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XGBoost model predicts dropout 2 weeks before it happens — 80%+ accuracy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572000"/>
            <a:ext cx="64008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57200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5720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Personalized Recovery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56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AI engine auto-generates a learning plan tailored to each student's style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Live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5303520" cy="3200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73E8"/>
                </a:solidFill>
              </a:rPr>
              <a:t>Streamlit Live Prediction App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097280"/>
            <a:ext cx="5303520" cy="32004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0" y="228600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0F9D58"/>
                </a:solidFill>
              </a:rPr>
              <a:t>Tableau Educator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1">
                <a:solidFill>
                  <a:srgbClr val="FFFFFF"/>
                </a:solidFill>
              </a:rPr>
              <a:t>Real predictions. Real interventions. Built and running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1828800" cy="10972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Student
Sessions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19202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645920"/>
            <a:ext cx="1828800" cy="1097280"/>
          </a:xfrm>
          <a:prstGeom prst="rect">
            <a:avLst/>
          </a:prstGeom>
          <a:solidFill>
            <a:srgbClr val="534A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SQL
Database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645920"/>
            <a:ext cx="1828800" cy="1097280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XGBoost
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9202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1645920"/>
            <a:ext cx="1828800" cy="109728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Path
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92024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645920"/>
            <a:ext cx="1828800" cy="1097280"/>
          </a:xfrm>
          <a:prstGeom prst="rect">
            <a:avLst/>
          </a:prstGeom>
          <a:solidFill>
            <a:srgbClr val="BA75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0" y="17373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Tableau
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91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</a:rPr>
              <a:t>Tech Stack: Python  •  SQL  •  XGBoost  •  Streamlit  •  Tableau  •  SQLite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Why Google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3716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Google Classroom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27631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170M+ users across 180 countries — EduLens plugs in directly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37160" cy="64008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Google Meet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16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Perfect video input for CNN cognitive state detection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57600"/>
            <a:ext cx="137160" cy="640080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6576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Gemini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050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Powers dynamic, intelligent learning path generation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46320"/>
            <a:ext cx="13716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Google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19379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BBBB"/>
                </a:solidFill>
              </a:rPr>
              <a:t>Scales EduLens to every school on the planet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47120" cy="64008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1">
                <a:solidFill>
                  <a:srgbClr val="FFFFFF"/>
                </a:solidFill>
              </a:rPr>
              <a:t>EduLens is what Google Classroom looks like with Gemini inside.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371600"/>
            <a:ext cx="256032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A73E8"/>
                </a:solidFill>
              </a:rPr>
              <a:t>$340B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BBBB"/>
                </a:solidFill>
              </a:rPr>
              <a:t>Global EdTech market by 2025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371600"/>
            <a:ext cx="256032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5544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B4437"/>
                </a:solidFill>
              </a:rPr>
              <a:t>$30B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BBBB"/>
                </a:solidFill>
              </a:rPr>
              <a:t>Lost annually to online dropout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371600"/>
            <a:ext cx="256032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5544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F9D58"/>
                </a:solidFill>
              </a:rPr>
              <a:t>170M+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BBBB"/>
                </a:solidFill>
              </a:rPr>
              <a:t>Google Classroom active users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1371600"/>
            <a:ext cx="2560320" cy="182880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0" y="155448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BA7517"/>
                </a:solidFill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4688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BBBB"/>
                </a:solidFill>
              </a:rPr>
              <a:t>Google for Education YoY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40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EduLens addresses the #1 unsolved problem in education technology.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Why I Built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19"/>
            <a:ext cx="320040" cy="3200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B.Tech CSE Data Science — Institute of Aeronautical Engineering, Hyderabad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40279"/>
            <a:ext cx="320040" cy="3200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Published CNN Research — JISEM Journal (84.73% accuracy, real deployment)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63240"/>
            <a:ext cx="320040" cy="3200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Built real-time AI app for 10M+ concurrent users — Kumbh Mela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86200"/>
            <a:ext cx="320040" cy="3200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4903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Skills: Python  •  TensorFlow  •  SQL  •  Tableau  •  Power BI  •  Flutter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709160"/>
            <a:ext cx="320040" cy="3200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Team Lead — Software Developer at Vershama Tech Pvt. Ltd.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669280"/>
            <a:ext cx="11247120" cy="82296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760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1">
                <a:solidFill>
                  <a:srgbClr val="0F9D58"/>
                </a:solidFill>
              </a:rPr>
              <a:t>I don't just design AI systems. I deploy them at scale.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What I Am Asking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73E8"/>
                </a:solidFill>
              </a:rPr>
              <a:t>Option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Integrate EduLens as a Google Workspace for Education add-on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34640"/>
            <a:ext cx="1124712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F9D58"/>
                </a:solidFill>
              </a:rPr>
              <a:t>Option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2926080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Deploy as a Gemini-powered analytics layer inside Google Classroom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11247120" cy="1005840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976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B4437"/>
                </a:solidFill>
              </a:rPr>
              <a:t>Option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4297679"/>
            <a:ext cx="8503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Pilot with 1 institution — I will lead the full build and deployment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833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1">
                <a:solidFill>
                  <a:srgbClr val="FFFFFF"/>
                </a:solidFill>
              </a:rPr>
              <a:t>Give me the resources. I will give you the product.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021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7315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EduLens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BBBBBB"/>
                </a:solidFill>
              </a:rPr>
              <a:t>"Google Classroom shows who attended.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EduLens shows who understood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FFFFFF"/>
                </a:solidFill>
              </a:rPr>
              <a:t>and who needs help before it's too late."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3931920"/>
            <a:ext cx="48737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Vaishnavi Singasani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73E8"/>
                </a:solidFill>
              </a:rPr>
              <a:t>vaishnaviv0809@gmail.com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66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1A73E8"/>
                </a:solidFill>
              </a:rPr>
              <a:t>linkedin.com/in/singasani-vaishnavi0031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