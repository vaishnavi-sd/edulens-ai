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ishnavi Singasani" userId="71bafadd02fe83d1" providerId="LiveId" clId="{1710BE2F-9429-4125-9A33-040E7F906FBD}"/>
    <pc:docChg chg="modSld">
      <pc:chgData name="Vaishnavi Singasani" userId="71bafadd02fe83d1" providerId="LiveId" clId="{1710BE2F-9429-4125-9A33-040E7F906FBD}" dt="2026-04-07T11:53:03.298" v="12" actId="14100"/>
      <pc:docMkLst>
        <pc:docMk/>
      </pc:docMkLst>
      <pc:sldChg chg="addSp modSp mod">
        <pc:chgData name="Vaishnavi Singasani" userId="71bafadd02fe83d1" providerId="LiveId" clId="{1710BE2F-9429-4125-9A33-040E7F906FBD}" dt="2026-04-07T11:53:03.298" v="12" actId="14100"/>
        <pc:sldMkLst>
          <pc:docMk/>
          <pc:sldMk cId="0" sldId="259"/>
        </pc:sldMkLst>
        <pc:picChg chg="add mod">
          <ac:chgData name="Vaishnavi Singasani" userId="71bafadd02fe83d1" providerId="LiveId" clId="{1710BE2F-9429-4125-9A33-040E7F906FBD}" dt="2026-04-07T11:51:32.165" v="6" actId="14100"/>
          <ac:picMkLst>
            <pc:docMk/>
            <pc:sldMk cId="0" sldId="259"/>
            <ac:picMk id="10" creationId="{D624933B-CFA8-B84D-6796-22BFC81624A2}"/>
          </ac:picMkLst>
        </pc:picChg>
        <pc:picChg chg="add mod">
          <ac:chgData name="Vaishnavi Singasani" userId="71bafadd02fe83d1" providerId="LiveId" clId="{1710BE2F-9429-4125-9A33-040E7F906FBD}" dt="2026-04-07T11:53:03.298" v="12" actId="14100"/>
          <ac:picMkLst>
            <pc:docMk/>
            <pc:sldMk cId="0" sldId="259"/>
            <ac:picMk id="12" creationId="{901E060D-D31E-58C2-8AA3-515983F80EB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EduLens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73E8"/>
                </a:solidFill>
              </a:rPr>
              <a:t>Intelligent Student Dropout Prevention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1A73E8"/>
                </a:solidFill>
              </a:rPr>
              <a:t>for Google Classroom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BBBB"/>
                </a:solidFill>
              </a:rPr>
              <a:t>Built by Vaishnavi Singasani  |  AI Engineer &amp; Data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BBBB"/>
                </a:solidFill>
              </a:rPr>
              <a:t>Published CNN Researcher  |  10M-User App Developer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Google Classroom has 170M+ users.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It knows who logged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B4437"/>
                </a:solidFill>
              </a:rPr>
              <a:t>It does NOT know who is about to quit.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</a:rPr>
              <a:t>1 in 5 online students drops out before completing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375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</a:rPr>
              <a:t>Teachers cannot monitor 40+ students individually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</a:rPr>
              <a:t>By the time dropout is noticed — it is too late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1A73E8"/>
                </a:solidFill>
              </a:rPr>
              <a:t>Google Classroom is missing an intelligence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F9D58"/>
                </a:solidFill>
              </a:rPr>
              <a:t>EduLens AI — Real-Time Student Intelligence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Cognitive State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2128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CNN model detects if student is engaged, confused, bored or frustrated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200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Dropout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844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XGBoost model predicts dropout 2 weeks before it happens — 80%+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572000"/>
            <a:ext cx="64008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572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5720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Personalized Recovery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95604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AI engine auto-generates a learning plan tailored to each student's style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3200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73E8"/>
                </a:solidFill>
              </a:rPr>
              <a:t>Streamlit Live Prediction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097280"/>
            <a:ext cx="5303520" cy="32004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22860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F9D58"/>
                </a:solidFill>
              </a:rPr>
              <a:t>Tableau Educator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FFFFFF"/>
                </a:solidFill>
              </a:rPr>
              <a:t>Real predictions. Real interventions. Built and running today.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24933B-CFA8-B84D-6796-22BFC8162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303520" cy="3200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1E060D-D31E-58C2-8AA3-515983F80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1"/>
            <a:ext cx="53035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1828800" cy="10972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Student
Sessions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9202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45920"/>
            <a:ext cx="1828800" cy="1097280"/>
          </a:xfrm>
          <a:prstGeom prst="rect">
            <a:avLst/>
          </a:prstGeom>
          <a:solidFill>
            <a:srgbClr val="534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SQL
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645920"/>
            <a:ext cx="1828800" cy="109728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XGBoost
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202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645920"/>
            <a:ext cx="1828800" cy="109728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Path
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92024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645920"/>
            <a:ext cx="1828800" cy="1097280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0" y="173736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Tableau
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BBBB"/>
                </a:solidFill>
              </a:rPr>
              <a:t>Tech Stack: Python  •  SQL  •  XGBoost  •  Streamlit  •  Tableau  •  SQLite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Why Google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13716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Google Classroom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1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170M+ users across 180 countries — EduLens plugs in directly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37160" cy="64008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Google Meet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1635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Perfect video input for CNN cognitive state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37160" cy="640080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Gemini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0507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Powers dynamic, intelligent learning path generation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46320"/>
            <a:ext cx="13716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Google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93792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BBBBB"/>
                </a:solidFill>
              </a:rPr>
              <a:t>Scales EduLens to every school on the planet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1">
                <a:solidFill>
                  <a:srgbClr val="FFFFFF"/>
                </a:solidFill>
              </a:rPr>
              <a:t>EduLens is what Google Classroom looks like with Gemini inside.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56032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73E8"/>
                </a:solidFill>
              </a:rPr>
              <a:t>$340B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BBBB"/>
                </a:solidFill>
              </a:rPr>
              <a:t>Global EdTech market by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256032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B4437"/>
                </a:solidFill>
              </a:rPr>
              <a:t>$30B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BBBB"/>
                </a:solidFill>
              </a:rPr>
              <a:t>Lost annually to online dropout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71600"/>
            <a:ext cx="256032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F9D58"/>
                </a:solidFill>
              </a:rPr>
              <a:t>170M+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BBBB"/>
                </a:solidFill>
              </a:rPr>
              <a:t>Google Classroom active users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371600"/>
            <a:ext cx="2560320" cy="18288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15544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BA7517"/>
                </a:solidFill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468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BBBB"/>
                </a:solidFill>
              </a:rPr>
              <a:t>Google for Education YoY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EduLens addresses the #1 unsolved problem in education technology.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Why I Built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19"/>
            <a:ext cx="3200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B.Tech CSE Data Science — Institute of Aeronautical Engineering, Hyderabad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79"/>
            <a:ext cx="3200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Published CNN Research — JISEM Journal (84.73% accuracy, real deployment)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63240"/>
            <a:ext cx="3200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26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Built real-time AI app for 10M+ concurrent users — Kumbh Mela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3200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Skills: Python  •  TensorFlow  •  SQL  •  Tableau  •  Power BI  •  Flutter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09160"/>
            <a:ext cx="320040" cy="32004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Team Lead — Software Developer at Vershama Tech Pvt. Ltd.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669280"/>
            <a:ext cx="11247120" cy="82296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57607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0F9D58"/>
                </a:solidFill>
              </a:rPr>
              <a:t>I don't just design AI systems. I deploy them at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DB4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I Am Asking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3E8"/>
                </a:solidFill>
              </a:rPr>
              <a:t>Option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5544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Integrate EduLens as a Google Workspace for Education add-on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11247120" cy="1005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9D58"/>
                </a:solidFill>
              </a:rPr>
              <a:t>Option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926080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Deploy as a Gemini-powered analytics layer inside Google Classroom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206240"/>
            <a:ext cx="11247120" cy="100584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4297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B4437"/>
                </a:solidFill>
              </a:rPr>
              <a:t>Option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4297679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Pilot with 1 institution — I will lead the full build and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60720"/>
            <a:ext cx="11247120" cy="73152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833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FFFFFF"/>
                </a:solidFill>
              </a:rPr>
              <a:t>Give me the resources. I will give you the product.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EduLens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BBBBB"/>
                </a:solidFill>
              </a:rPr>
              <a:t>"Google Classroom shows who attended.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EduLens shows who understood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and who needs help before it's too late."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931920"/>
            <a:ext cx="4873752" cy="54864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Vaishnavi Singasani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73E8"/>
                </a:solidFill>
              </a:rPr>
              <a:t>vaishnaviv0809@gmail.com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73E8"/>
                </a:solidFill>
              </a:rPr>
              <a:t>linkedin.com/in/singasani-vaishnavi0031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467</Words>
  <Application>Microsoft Office PowerPoint</Application>
  <PresentationFormat>Custom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Vaishnavi Singasani</cp:lastModifiedBy>
  <cp:revision>1</cp:revision>
  <dcterms:created xsi:type="dcterms:W3CDTF">2013-01-27T09:14:16Z</dcterms:created>
  <dcterms:modified xsi:type="dcterms:W3CDTF">2026-04-07T11:53:05Z</dcterms:modified>
  <cp:category/>
</cp:coreProperties>
</file>